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73" r:id="rId8"/>
    <p:sldId id="263" r:id="rId9"/>
    <p:sldId id="265" r:id="rId10"/>
    <p:sldId id="266" r:id="rId11"/>
    <p:sldId id="269" r:id="rId12"/>
    <p:sldId id="270" r:id="rId13"/>
    <p:sldId id="271" r:id="rId14"/>
    <p:sldId id="272" r:id="rId15"/>
    <p:sldId id="267" r:id="rId16"/>
  </p:sldIdLst>
  <p:sldSz cx="12192000" cy="6858000"/>
  <p:notesSz cx="6858000" cy="9144000"/>
  <p:embeddedFontLst>
    <p:embeddedFont>
      <p:font typeface="Lato Black" panose="020F0502020204030203" pitchFamily="34" charset="0"/>
      <p:bold r:id="rId18"/>
      <p:boldItalic r:id="rId19"/>
    </p:embeddedFont>
    <p:embeddedFont>
      <p:font typeface="Libre Baskerville" panose="02000000000000000000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1F1EE-A92B-4F8A-8B46-2D17E8962FA5}" v="25" dt="2026-07-09T18:58:10.252"/>
    <p1510:client id="{32D2733C-404C-484F-A0FB-131EC3537B2D}" v="6" dt="2026-07-09T19:35:21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LAHARI" userId="bfbf8083fd24a8b2" providerId="LiveId" clId="{79554847-E32A-4A01-B24E-6501A1FE48EE}"/>
    <pc:docChg chg="undo custSel addSld delSld modSld">
      <pc:chgData name="B LAHARI" userId="bfbf8083fd24a8b2" providerId="LiveId" clId="{79554847-E32A-4A01-B24E-6501A1FE48EE}" dt="2026-07-09T19:41:35.960" v="492" actId="47"/>
      <pc:docMkLst>
        <pc:docMk/>
      </pc:docMkLst>
      <pc:sldChg chg="modSp mod">
        <pc:chgData name="B LAHARI" userId="bfbf8083fd24a8b2" providerId="LiveId" clId="{79554847-E32A-4A01-B24E-6501A1FE48EE}" dt="2026-07-09T19:26:32.794" v="1"/>
        <pc:sldMkLst>
          <pc:docMk/>
          <pc:sldMk cId="1620873663" sldId="261"/>
        </pc:sldMkLst>
        <pc:spChg chg="mod">
          <ac:chgData name="B LAHARI" userId="bfbf8083fd24a8b2" providerId="LiveId" clId="{79554847-E32A-4A01-B24E-6501A1FE48EE}" dt="2026-07-09T19:26:32.794" v="1"/>
          <ac:spMkLst>
            <pc:docMk/>
            <pc:sldMk cId="1620873663" sldId="261"/>
            <ac:spMk id="8" creationId="{BF326A68-7B51-554E-9AD7-43F59D382D1A}"/>
          </ac:spMkLst>
        </pc:spChg>
      </pc:sldChg>
      <pc:sldChg chg="del">
        <pc:chgData name="B LAHARI" userId="bfbf8083fd24a8b2" providerId="LiveId" clId="{79554847-E32A-4A01-B24E-6501A1FE48EE}" dt="2026-07-09T19:41:35.960" v="492" actId="47"/>
        <pc:sldMkLst>
          <pc:docMk/>
          <pc:sldMk cId="1523295597" sldId="264"/>
        </pc:sldMkLst>
      </pc:sldChg>
      <pc:sldChg chg="addSp delSp modSp new mod">
        <pc:chgData name="B LAHARI" userId="bfbf8083fd24a8b2" providerId="LiveId" clId="{79554847-E32A-4A01-B24E-6501A1FE48EE}" dt="2026-07-09T19:41:30.697" v="491" actId="20577"/>
        <pc:sldMkLst>
          <pc:docMk/>
          <pc:sldMk cId="2207724339" sldId="273"/>
        </pc:sldMkLst>
        <pc:spChg chg="add mod">
          <ac:chgData name="B LAHARI" userId="bfbf8083fd24a8b2" providerId="LiveId" clId="{79554847-E32A-4A01-B24E-6501A1FE48EE}" dt="2026-07-09T19:41:03.979" v="485" actId="14100"/>
          <ac:spMkLst>
            <pc:docMk/>
            <pc:sldMk cId="2207724339" sldId="273"/>
            <ac:spMk id="5" creationId="{9D95C3DC-7E7F-EB45-2003-86A654B0C2ED}"/>
          </ac:spMkLst>
        </pc:spChg>
        <pc:spChg chg="add mod">
          <ac:chgData name="B LAHARI" userId="bfbf8083fd24a8b2" providerId="LiveId" clId="{79554847-E32A-4A01-B24E-6501A1FE48EE}" dt="2026-07-09T19:41:09.259" v="486" actId="14100"/>
          <ac:spMkLst>
            <pc:docMk/>
            <pc:sldMk cId="2207724339" sldId="273"/>
            <ac:spMk id="7" creationId="{3778A885-4B57-F5EB-D4E6-2E563A2BC70B}"/>
          </ac:spMkLst>
        </pc:spChg>
        <pc:graphicFrameChg chg="add mod modGraphic">
          <ac:chgData name="B LAHARI" userId="bfbf8083fd24a8b2" providerId="LiveId" clId="{79554847-E32A-4A01-B24E-6501A1FE48EE}" dt="2026-07-09T19:41:30.697" v="491" actId="20577"/>
          <ac:graphicFrameMkLst>
            <pc:docMk/>
            <pc:sldMk cId="2207724339" sldId="273"/>
            <ac:graphicFrameMk id="2" creationId="{B8393FCC-C2BC-4BC1-7313-3C162C3CED73}"/>
          </ac:graphicFrameMkLst>
        </pc:graphicFrameChg>
        <pc:graphicFrameChg chg="add del mod modGraphic">
          <ac:chgData name="B LAHARI" userId="bfbf8083fd24a8b2" providerId="LiveId" clId="{79554847-E32A-4A01-B24E-6501A1FE48EE}" dt="2026-07-09T19:31:50.279" v="87" actId="478"/>
          <ac:graphicFrameMkLst>
            <pc:docMk/>
            <pc:sldMk cId="2207724339" sldId="273"/>
            <ac:graphicFrameMk id="3" creationId="{957729BE-F895-2EC9-2DEC-0C4FA912325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1821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99FB78-9CA0-06D5-4E83-C779B374E598}"/>
              </a:ext>
            </a:extLst>
          </p:cNvPr>
          <p:cNvSpPr txBox="1"/>
          <p:nvPr/>
        </p:nvSpPr>
        <p:spPr>
          <a:xfrm>
            <a:off x="7921483" y="5090734"/>
            <a:ext cx="308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B</a:t>
            </a:r>
            <a:r>
              <a:rPr lang="en-IN" sz="1800" b="1" dirty="0">
                <a:latin typeface="+mj-lt"/>
                <a:cs typeface="Times New Roman" panose="02020603050405020304" pitchFamily="18" charset="0"/>
              </a:rPr>
              <a:t>.LAHARI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6AA45-4F9A-C8C2-3BE5-EA6553751569}"/>
              </a:ext>
            </a:extLst>
          </p:cNvPr>
          <p:cNvSpPr txBox="1"/>
          <p:nvPr/>
        </p:nvSpPr>
        <p:spPr>
          <a:xfrm>
            <a:off x="8587406" y="4752180"/>
            <a:ext cx="1749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Presented By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930B9-377D-CFB0-D6AA-AEB3EE445D1C}"/>
              </a:ext>
            </a:extLst>
          </p:cNvPr>
          <p:cNvSpPr txBox="1"/>
          <p:nvPr/>
        </p:nvSpPr>
        <p:spPr>
          <a:xfrm>
            <a:off x="3457575" y="3352056"/>
            <a:ext cx="60619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NYKAA PRODUCT ANALYSIS USING WEB SCRAPING, DATA CLEANING &amp; EXPLORATORY DATA ANALYSIS (EDA)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214491" y="1098909"/>
            <a:ext cx="801834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5725" indent="0">
              <a:buNone/>
            </a:pPr>
            <a:r>
              <a:rPr lang="en-IN" sz="18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B.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Lahari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Background: Graduated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[CSE-AIML]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Become a Data Scientist: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800" dirty="0"/>
              <a:t>I want to become a data scientist because I enjoy working with data, finding patterns, and solving real-world problems.</a:t>
            </a:r>
          </a:p>
          <a:p>
            <a:pPr marL="85725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</a:t>
            </a:r>
            <a:r>
              <a:rPr lang="en-US" sz="1800" dirty="0"/>
              <a:t>As a BTech student, I am interested in using my technical skills to turn data into meaningful insights and smart decisions.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 Experience: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 am a fresher, currently focusing on learning and building practical skills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600" b="1" dirty="0">
                <a:solidFill>
                  <a:srgbClr val="FF0000"/>
                </a:solidFill>
              </a:rPr>
              <a:t>Agenda (This should be the PPT flow)  </a:t>
            </a:r>
            <a:endParaRPr sz="36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17731" y="1208314"/>
            <a:ext cx="10515600" cy="448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114300" indent="0">
              <a:buNone/>
            </a:pPr>
            <a:endParaRPr lang="en-IN" dirty="0"/>
          </a:p>
          <a:p>
            <a:pPr marL="542925" indent="-457200"/>
            <a:r>
              <a:rPr lang="en-IN" sz="3600" dirty="0"/>
              <a:t>Introduction </a:t>
            </a:r>
          </a:p>
          <a:p>
            <a:pPr marL="542925" indent="-457200"/>
            <a:r>
              <a:rPr lang="en-IN" sz="3600" dirty="0"/>
              <a:t>Business Understanding</a:t>
            </a:r>
          </a:p>
          <a:p>
            <a:pPr marL="542925" indent="-457200"/>
            <a:r>
              <a:rPr lang="en-IN" sz="3600" dirty="0"/>
              <a:t>Problem Statement</a:t>
            </a:r>
          </a:p>
          <a:p>
            <a:pPr marL="542925" indent="-457200"/>
            <a:r>
              <a:rPr lang="en-IN" sz="3600" dirty="0"/>
              <a:t>Objectives </a:t>
            </a:r>
          </a:p>
          <a:p>
            <a:pPr marL="542925" indent="-457200"/>
            <a:r>
              <a:rPr lang="en-IN" sz="3600" dirty="0"/>
              <a:t>Tools &amp; Technologies</a:t>
            </a:r>
          </a:p>
          <a:p>
            <a:pPr marL="542925" indent="-457200"/>
            <a:r>
              <a:rPr lang="en-IN" sz="3600" dirty="0"/>
              <a:t>Methodology</a:t>
            </a:r>
          </a:p>
          <a:p>
            <a:pPr marL="542925" indent="-457200"/>
            <a:r>
              <a:rPr lang="en-IN" sz="3600" dirty="0"/>
              <a:t>Data Cleaning</a:t>
            </a:r>
          </a:p>
          <a:p>
            <a:pPr marL="542925" indent="-457200"/>
            <a:r>
              <a:rPr lang="en-IN" sz="3600" dirty="0"/>
              <a:t>Exploratory Data Analysis </a:t>
            </a:r>
          </a:p>
          <a:p>
            <a:pPr marL="542925" indent="-457200"/>
            <a:r>
              <a:rPr lang="en-IN" sz="3600" dirty="0"/>
              <a:t>Power BI Dashboard</a:t>
            </a:r>
          </a:p>
          <a:p>
            <a:pPr marL="542925" indent="-457200"/>
            <a:r>
              <a:rPr lang="en-IN" sz="3600" dirty="0"/>
              <a:t>Key Insights </a:t>
            </a:r>
          </a:p>
          <a:p>
            <a:pPr marL="542925" indent="-457200"/>
            <a:r>
              <a:rPr lang="en-IN" sz="3600" dirty="0"/>
              <a:t>Conclusion</a:t>
            </a:r>
          </a:p>
          <a:p>
            <a:pPr marL="542925" indent="-457200"/>
            <a:r>
              <a:rPr lang="en-IN" sz="3600" dirty="0"/>
              <a:t>Future Scope</a:t>
            </a:r>
            <a:endParaRPr sz="3600"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784D2-916F-8236-1546-833E8A5E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3600" b="1" dirty="0">
                <a:solidFill>
                  <a:srgbClr val="FF0000"/>
                </a:solidFill>
              </a:rPr>
              <a:t>Introduction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D63B0-39A5-0C72-4F37-97569E70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257" y="1959429"/>
            <a:ext cx="10632885" cy="3912734"/>
          </a:xfrm>
        </p:spPr>
        <p:txBody>
          <a:bodyPr>
            <a:normAutofit/>
          </a:bodyPr>
          <a:lstStyle/>
          <a:p>
            <a:r>
              <a:rPr lang="en-IN" sz="2000" dirty="0"/>
              <a:t> </a:t>
            </a:r>
            <a:r>
              <a:rPr lang="en-IN" sz="2400" dirty="0" err="1"/>
              <a:t>Nykaa</a:t>
            </a:r>
            <a:r>
              <a:rPr lang="en-IN" sz="2400" dirty="0"/>
              <a:t> is one of India's leading beauty and personal care e-commerce platforms that offers thousands of products across multiple brands and categories.</a:t>
            </a:r>
          </a:p>
          <a:p>
            <a:r>
              <a:rPr lang="en-IN" sz="2400" dirty="0"/>
              <a:t>Due to the large volume of product information, manually </a:t>
            </a:r>
            <a:r>
              <a:rPr lang="en-IN" sz="2400" dirty="0" err="1"/>
              <a:t>analyzing</a:t>
            </a:r>
            <a:r>
              <a:rPr lang="en-IN" sz="2400" dirty="0"/>
              <a:t> prices, discounts, ratings, and reviews becomes difficult.</a:t>
            </a:r>
          </a:p>
          <a:p>
            <a:r>
              <a:rPr lang="en-IN" sz="2400" dirty="0"/>
              <a:t>This project automates data collection using web scraping and performs data analysis to discover useful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39911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DCAE-13B4-AA12-D7F4-01607CCA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914400"/>
            <a:ext cx="5769428" cy="1013856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Business Understanding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5CDB5-287F-5FC1-7D74-778FC3C9A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372" y="1905000"/>
            <a:ext cx="11179628" cy="4271963"/>
          </a:xfrm>
        </p:spPr>
        <p:txBody>
          <a:bodyPr>
            <a:normAutofit/>
          </a:bodyPr>
          <a:lstStyle/>
          <a:p>
            <a:r>
              <a:rPr lang="en-IN" sz="2400" dirty="0"/>
              <a:t>Businesses need to understand customer preferences, pricing strategies, discounts, and product popularity to improve sales and customer satisfaction.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661C5-F130-09DE-E94F-DE57B543705B}"/>
              </a:ext>
            </a:extLst>
          </p:cNvPr>
          <p:cNvSpPr txBox="1"/>
          <p:nvPr/>
        </p:nvSpPr>
        <p:spPr>
          <a:xfrm>
            <a:off x="578419" y="3009742"/>
            <a:ext cx="86349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rgbClr val="FF0000"/>
                </a:solidFill>
              </a:rPr>
              <a:t>Problem Statement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26A68-7B51-554E-9AD7-43F59D382D1A}"/>
              </a:ext>
            </a:extLst>
          </p:cNvPr>
          <p:cNvSpPr txBox="1"/>
          <p:nvPr/>
        </p:nvSpPr>
        <p:spPr>
          <a:xfrm>
            <a:off x="643733" y="3848258"/>
            <a:ext cx="107209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dirty="0" err="1"/>
              <a:t>Nykaa</a:t>
            </a:r>
            <a:r>
              <a:rPr lang="en-IN" sz="2400" dirty="0"/>
              <a:t> offers thousands of products across multiple categories. Manual analysis of pricing, discounts, and customer reviews is time-consuming. This project automates data collection and analysis using web scraping and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An automated system is required to collect, clean, </a:t>
            </a:r>
            <a:r>
              <a:rPr lang="en-IN" sz="2400" dirty="0" err="1"/>
              <a:t>analyze</a:t>
            </a:r>
            <a:r>
              <a:rPr lang="en-IN" sz="2400" dirty="0"/>
              <a:t>, and visualize </a:t>
            </a:r>
            <a:r>
              <a:rPr lang="en-IN" sz="2400" dirty="0" err="1"/>
              <a:t>Nykaa</a:t>
            </a:r>
            <a:r>
              <a:rPr lang="en-IN" sz="2400" dirty="0"/>
              <a:t> product data for better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2087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5A0F-CE49-4BDB-E75F-285FC492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1559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 Objectives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465A4D-342D-4A87-F79D-86B6C0277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91994"/>
            <a:ext cx="6183086" cy="5284970"/>
          </a:xfrm>
        </p:spPr>
        <p:txBody>
          <a:bodyPr>
            <a:normAutofit/>
          </a:bodyPr>
          <a:lstStyle/>
          <a:p>
            <a:r>
              <a:rPr lang="en-IN" sz="2400" dirty="0"/>
              <a:t>Scrape product information from </a:t>
            </a:r>
            <a:r>
              <a:rPr lang="en-IN" sz="2400" dirty="0" err="1"/>
              <a:t>Nykaa</a:t>
            </a:r>
            <a:r>
              <a:rPr lang="en-IN" sz="2400" dirty="0"/>
              <a:t> </a:t>
            </a:r>
          </a:p>
          <a:p>
            <a:r>
              <a:rPr lang="en-IN" sz="2400" dirty="0"/>
              <a:t>Create a structured dataset </a:t>
            </a:r>
          </a:p>
          <a:p>
            <a:r>
              <a:rPr lang="en-IN" sz="2400" dirty="0"/>
              <a:t>Clean the collected data </a:t>
            </a:r>
          </a:p>
          <a:p>
            <a:r>
              <a:rPr lang="en-IN" sz="2400" dirty="0"/>
              <a:t>Perform Exploratory Data Analysis </a:t>
            </a:r>
          </a:p>
          <a:p>
            <a:r>
              <a:rPr lang="en-IN" sz="2400" dirty="0"/>
              <a:t>Identify pricing and rating trends </a:t>
            </a:r>
          </a:p>
          <a:p>
            <a:r>
              <a:rPr lang="en-IN" sz="2400" dirty="0"/>
              <a:t>Develop an interactive Power BI dashboard </a:t>
            </a:r>
          </a:p>
          <a:p>
            <a:r>
              <a:rPr lang="en-IN" sz="2400" dirty="0"/>
              <a:t>Generate business insights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41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393FCC-C2BC-4BC1-7313-3C162C3CE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565067"/>
              </p:ext>
            </p:extLst>
          </p:nvPr>
        </p:nvGraphicFramePr>
        <p:xfrm>
          <a:off x="2002970" y="1545771"/>
          <a:ext cx="8385629" cy="44152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16021">
                  <a:extLst>
                    <a:ext uri="{9D8B030D-6E8A-4147-A177-3AD203B41FA5}">
                      <a16:colId xmlns:a16="http://schemas.microsoft.com/office/drawing/2014/main" val="3117332362"/>
                    </a:ext>
                  </a:extLst>
                </a:gridCol>
                <a:gridCol w="4269608">
                  <a:extLst>
                    <a:ext uri="{9D8B030D-6E8A-4147-A177-3AD203B41FA5}">
                      <a16:colId xmlns:a16="http://schemas.microsoft.com/office/drawing/2014/main" val="3779696705"/>
                    </a:ext>
                  </a:extLst>
                </a:gridCol>
              </a:tblGrid>
              <a:tr h="31670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dirty="0"/>
                        <a:t> 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  <a:r>
                        <a:rPr lang="en-US" sz="2000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312942"/>
                  </a:ext>
                </a:extLst>
              </a:tr>
              <a:tr h="47461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Python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Programming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620307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Fetch Website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382858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Beautiful Soup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Web Scraping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838902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 </a:t>
                      </a:r>
                      <a:r>
                        <a:rPr lang="en-IN" sz="2000" dirty="0"/>
                        <a:t>Pandas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Cleaning &amp; Analysis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64914"/>
                  </a:ext>
                </a:extLst>
              </a:tr>
              <a:tr h="46590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 Num </a:t>
                      </a:r>
                      <a:r>
                        <a:rPr lang="en-IN" sz="2000" dirty="0" err="1"/>
                        <a:t>py</a:t>
                      </a:r>
                      <a:r>
                        <a:rPr lang="en-IN" sz="2000" dirty="0"/>
                        <a:t>              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Numerical Computation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559059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 Matplotlib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Visualization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687118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 Seaborn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Statistical Visualization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36323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 Jupyter 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Analysis &amp; EDA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422374"/>
                  </a:ext>
                </a:extLst>
              </a:tr>
              <a:tr h="388144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 Power Bi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 CSV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Dashboard Development</a:t>
                      </a:r>
                    </a:p>
                    <a:p>
                      <a:r>
                        <a:rPr lang="en-US" sz="2000" dirty="0"/>
                        <a:t>Data Storage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70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95C3DC-7E7F-EB45-2003-86A654B0C2ED}"/>
              </a:ext>
            </a:extLst>
          </p:cNvPr>
          <p:cNvSpPr txBox="1"/>
          <p:nvPr/>
        </p:nvSpPr>
        <p:spPr>
          <a:xfrm>
            <a:off x="3668486" y="348344"/>
            <a:ext cx="5475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Tools &amp; Technologies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8A885-4B57-F5EB-D4E6-2E563A2BC70B}"/>
              </a:ext>
            </a:extLst>
          </p:cNvPr>
          <p:cNvSpPr txBox="1"/>
          <p:nvPr/>
        </p:nvSpPr>
        <p:spPr>
          <a:xfrm>
            <a:off x="4365171" y="994675"/>
            <a:ext cx="642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dirty="0">
                <a:solidFill>
                  <a:srgbClr val="00B0F0"/>
                </a:solidFill>
              </a:rPr>
              <a:t>Tools Used:</a:t>
            </a:r>
          </a:p>
        </p:txBody>
      </p:sp>
    </p:spTree>
    <p:extLst>
      <p:ext uri="{BB962C8B-B14F-4D97-AF65-F5344CB8AC3E}">
        <p14:creationId xmlns:p14="http://schemas.microsoft.com/office/powerpoint/2010/main" val="220772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CF09-AF9A-717B-BDAD-6FA00DC3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256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6AAE0-616F-EA69-E431-8CB75AC62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048" y="1354251"/>
            <a:ext cx="5181600" cy="2171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/>
              <a:t> </a:t>
            </a:r>
            <a:endParaRPr lang="en-IN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DBBF7-0786-F0A0-1225-0C12EA58E6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0" y="1257300"/>
            <a:ext cx="5181600" cy="2171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17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42930-E108-B5D4-8B11-E31AE6C4D0D9}"/>
              </a:ext>
            </a:extLst>
          </p:cNvPr>
          <p:cNvSpPr txBox="1"/>
          <p:nvPr/>
        </p:nvSpPr>
        <p:spPr>
          <a:xfrm>
            <a:off x="1758396" y="1327896"/>
            <a:ext cx="839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 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46B1A-DC60-4D61-6D90-1A56E048C62D}"/>
              </a:ext>
            </a:extLst>
          </p:cNvPr>
          <p:cNvSpPr txBox="1"/>
          <p:nvPr/>
        </p:nvSpPr>
        <p:spPr>
          <a:xfrm>
            <a:off x="1191985" y="1094015"/>
            <a:ext cx="795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</a:rPr>
              <a:t>Project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7975B-9743-CC29-78DA-336538966F33}"/>
              </a:ext>
            </a:extLst>
          </p:cNvPr>
          <p:cNvSpPr txBox="1"/>
          <p:nvPr/>
        </p:nvSpPr>
        <p:spPr>
          <a:xfrm>
            <a:off x="3559629" y="1626276"/>
            <a:ext cx="55884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Nykaa</a:t>
            </a:r>
            <a:r>
              <a:rPr lang="en-IN" sz="2400" dirty="0"/>
              <a:t> Website</a:t>
            </a:r>
          </a:p>
          <a:p>
            <a:r>
              <a:rPr lang="en-IN" sz="2400" dirty="0"/>
              <a:t>      ↓</a:t>
            </a:r>
          </a:p>
          <a:p>
            <a:r>
              <a:rPr lang="en-IN" sz="2400" dirty="0"/>
              <a:t>Web Scraping</a:t>
            </a:r>
          </a:p>
          <a:p>
            <a:r>
              <a:rPr lang="en-IN" sz="2400" dirty="0"/>
              <a:t>      ↓</a:t>
            </a:r>
          </a:p>
          <a:p>
            <a:r>
              <a:rPr lang="en-IN" sz="2400" dirty="0"/>
              <a:t>CSV Dataset</a:t>
            </a:r>
          </a:p>
          <a:p>
            <a:r>
              <a:rPr lang="en-IN" sz="2400" dirty="0"/>
              <a:t>      ↓</a:t>
            </a:r>
          </a:p>
          <a:p>
            <a:r>
              <a:rPr lang="en-IN" sz="2400" dirty="0"/>
              <a:t>Data Cleaning</a:t>
            </a:r>
          </a:p>
          <a:p>
            <a:r>
              <a:rPr lang="en-IN" sz="2400" dirty="0"/>
              <a:t>      ↓</a:t>
            </a:r>
          </a:p>
          <a:p>
            <a:r>
              <a:rPr lang="en-IN" sz="2400" dirty="0"/>
              <a:t>Exploratory Data Analysis</a:t>
            </a:r>
          </a:p>
          <a:p>
            <a:r>
              <a:rPr lang="en-IN" sz="2400" dirty="0"/>
              <a:t>      ↓</a:t>
            </a:r>
          </a:p>
          <a:p>
            <a:r>
              <a:rPr lang="en-IN" sz="2400" dirty="0"/>
              <a:t>Power BI Dashboard</a:t>
            </a:r>
          </a:p>
          <a:p>
            <a:r>
              <a:rPr lang="en-IN" sz="2400" dirty="0"/>
              <a:t>      ↓</a:t>
            </a:r>
          </a:p>
          <a:p>
            <a:r>
              <a:rPr lang="en-IN" sz="2400" dirty="0"/>
              <a:t>Business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1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53B6-FE97-7C2C-F0CD-CDF0AF2D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5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82737-4CAF-6BBF-4ED1-EB46ADA03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5" y="1343819"/>
            <a:ext cx="5181600" cy="1325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218D4-C958-47F6-ACB8-1E13EB3C6A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1685" y="1343818"/>
            <a:ext cx="5181600" cy="18239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94E57-2623-2891-B13E-0FA2F7118DC6}"/>
              </a:ext>
            </a:extLst>
          </p:cNvPr>
          <p:cNvSpPr txBox="1"/>
          <p:nvPr/>
        </p:nvSpPr>
        <p:spPr>
          <a:xfrm>
            <a:off x="4180115" y="636814"/>
            <a:ext cx="6829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Data Cleaning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07A49-777A-46A8-F336-11EA0C692F1F}"/>
              </a:ext>
            </a:extLst>
          </p:cNvPr>
          <p:cNvSpPr txBox="1"/>
          <p:nvPr/>
        </p:nvSpPr>
        <p:spPr>
          <a:xfrm>
            <a:off x="1261383" y="1440701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B0F0"/>
                </a:solidFill>
              </a:rPr>
              <a:t>Data</a:t>
            </a:r>
            <a:r>
              <a:rPr lang="en-IN" dirty="0"/>
              <a:t> </a:t>
            </a:r>
            <a:r>
              <a:rPr lang="en-IN" sz="2800" dirty="0">
                <a:solidFill>
                  <a:srgbClr val="00B0F0"/>
                </a:solidFill>
              </a:rPr>
              <a:t>Cleaning Process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022D1-C946-7A23-EA52-3F55DE0DF85D}"/>
              </a:ext>
            </a:extLst>
          </p:cNvPr>
          <p:cNvSpPr txBox="1"/>
          <p:nvPr/>
        </p:nvSpPr>
        <p:spPr>
          <a:xfrm>
            <a:off x="1861457" y="2188029"/>
            <a:ext cx="7286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Removed duplicate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Handled missing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Corrected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Standardized column names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Removed unwanted symbols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Converted price and rating into numeric format</a:t>
            </a:r>
          </a:p>
        </p:txBody>
      </p:sp>
    </p:spTree>
    <p:extLst>
      <p:ext uri="{BB962C8B-B14F-4D97-AF65-F5344CB8AC3E}">
        <p14:creationId xmlns:p14="http://schemas.microsoft.com/office/powerpoint/2010/main" val="156507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468-4792-47C4-9BB6-52B0AFB2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C8DB-0CFB-B576-FDC1-7DC98F675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743" y="1253331"/>
            <a:ext cx="5181600" cy="158784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dirty="0"/>
              <a:t> </a:t>
            </a:r>
            <a:r>
              <a:rPr lang="en-IN" sz="2400" dirty="0">
                <a:solidFill>
                  <a:srgbClr val="00B0F0"/>
                </a:solidFill>
              </a:rPr>
              <a:t>Performed:</a:t>
            </a:r>
            <a:endParaRPr lang="en-IN" sz="2000" dirty="0">
              <a:solidFill>
                <a:srgbClr val="00B0F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682C-FDEB-D9C5-03F4-401DE152A2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07629" y="1253331"/>
            <a:ext cx="5181600" cy="14572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/>
              <a:t> 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2F0EF-6620-FA9F-F6BC-3605B7B70DFD}"/>
              </a:ext>
            </a:extLst>
          </p:cNvPr>
          <p:cNvSpPr txBox="1"/>
          <p:nvPr/>
        </p:nvSpPr>
        <p:spPr>
          <a:xfrm>
            <a:off x="3020786" y="604158"/>
            <a:ext cx="6127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Exploratory Data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9A063-090B-A88A-EFEC-107705C26EA0}"/>
              </a:ext>
            </a:extLst>
          </p:cNvPr>
          <p:cNvSpPr txBox="1"/>
          <p:nvPr/>
        </p:nvSpPr>
        <p:spPr>
          <a:xfrm>
            <a:off x="1545771" y="1929721"/>
            <a:ext cx="76023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Product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Brand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Price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Rating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Discount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Customer Review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  Correlation Analysis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DE3DD-B7EF-97EC-CA90-16CCF6D61495}"/>
              </a:ext>
            </a:extLst>
          </p:cNvPr>
          <p:cNvSpPr txBox="1"/>
          <p:nvPr/>
        </p:nvSpPr>
        <p:spPr>
          <a:xfrm>
            <a:off x="500743" y="4176490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00B0F0"/>
                </a:solidFill>
              </a:rPr>
              <a:t>Visualizations Used :</a:t>
            </a:r>
          </a:p>
          <a:p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E6503-99DE-5B85-F16B-4A62BD2FAD2D}"/>
              </a:ext>
            </a:extLst>
          </p:cNvPr>
          <p:cNvSpPr txBox="1"/>
          <p:nvPr/>
        </p:nvSpPr>
        <p:spPr>
          <a:xfrm>
            <a:off x="1545771" y="4576598"/>
            <a:ext cx="63722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Histogram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Bar Chart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Pie Chart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Box Plot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Scatter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Heatmap</a:t>
            </a:r>
          </a:p>
        </p:txBody>
      </p:sp>
    </p:spTree>
    <p:extLst>
      <p:ext uri="{BB962C8B-B14F-4D97-AF65-F5344CB8AC3E}">
        <p14:creationId xmlns:p14="http://schemas.microsoft.com/office/powerpoint/2010/main" val="137970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3646-65EA-1B81-4339-510CFE61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6" y="-402771"/>
            <a:ext cx="10276114" cy="2093459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</a:rPr>
              <a:t>Power BI Dashboard</a:t>
            </a:r>
            <a:r>
              <a:rPr lang="en-US" sz="3600" dirty="0">
                <a:solidFill>
                  <a:srgbClr val="00B0F0"/>
                </a:solidFill>
              </a:rPr>
              <a:t> </a:t>
            </a:r>
            <a:endParaRPr lang="en-IN" sz="3600" dirty="0">
              <a:solidFill>
                <a:srgbClr val="00B0F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D55AEB-7BCB-7B91-A8AF-4B9ADBA58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0" y="936171"/>
            <a:ext cx="10112830" cy="53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18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75FA5-C1D5-7BA9-0A29-35694DFC3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8" y="247206"/>
            <a:ext cx="10689772" cy="594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7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B3861-D346-49DE-11A1-5BB1F30CAE66}"/>
              </a:ext>
            </a:extLst>
          </p:cNvPr>
          <p:cNvSpPr txBox="1"/>
          <p:nvPr/>
        </p:nvSpPr>
        <p:spPr>
          <a:xfrm>
            <a:off x="762000" y="533401"/>
            <a:ext cx="828811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rgbClr val="FF0000"/>
                </a:solidFill>
              </a:rPr>
              <a:t>Key Insights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dirty="0">
                <a:solidFill>
                  <a:srgbClr val="00B0F0"/>
                </a:solidFill>
              </a:rPr>
              <a:t>Key Findings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 Beauty products form the largest portion of the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 Some brands offer significantly more products than others.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 Premium brands generally have higher prices.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 Most products have ratings above 4.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 Discount percentages vary across brands.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 Higher-rated products often receive more customer reviews.</a:t>
            </a:r>
          </a:p>
        </p:txBody>
      </p:sp>
    </p:spTree>
    <p:extLst>
      <p:ext uri="{BB962C8B-B14F-4D97-AF65-F5344CB8AC3E}">
        <p14:creationId xmlns:p14="http://schemas.microsoft.com/office/powerpoint/2010/main" val="227838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605099-13A8-B492-0B91-4B3778C24EE3}"/>
              </a:ext>
            </a:extLst>
          </p:cNvPr>
          <p:cNvSpPr txBox="1"/>
          <p:nvPr/>
        </p:nvSpPr>
        <p:spPr>
          <a:xfrm>
            <a:off x="3046640" y="646212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Conclusion &amp;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355B4-C36E-F644-B42F-6D8D73393C92}"/>
              </a:ext>
            </a:extLst>
          </p:cNvPr>
          <p:cNvSpPr txBox="1"/>
          <p:nvPr/>
        </p:nvSpPr>
        <p:spPr>
          <a:xfrm>
            <a:off x="979714" y="1551214"/>
            <a:ext cx="8168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BABDE-3EBF-F345-5A6D-305D23AAE48C}"/>
              </a:ext>
            </a:extLst>
          </p:cNvPr>
          <p:cNvSpPr txBox="1"/>
          <p:nvPr/>
        </p:nvSpPr>
        <p:spPr>
          <a:xfrm>
            <a:off x="1382487" y="2012879"/>
            <a:ext cx="104829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-apple-system-body"/>
              </a:rPr>
              <a:t>    Successfully collected </a:t>
            </a:r>
            <a:r>
              <a:rPr lang="en-IN" sz="2400" b="0" i="0" dirty="0" err="1">
                <a:solidFill>
                  <a:srgbClr val="0D0D0D"/>
                </a:solidFill>
                <a:effectLst/>
                <a:latin typeface="-apple-system-body"/>
              </a:rPr>
              <a:t>Nykaa</a:t>
            </a:r>
            <a:r>
              <a:rPr lang="en-IN" sz="2400" b="0" i="0" dirty="0">
                <a:solidFill>
                  <a:srgbClr val="0D0D0D"/>
                </a:solidFill>
                <a:effectLst/>
                <a:latin typeface="-apple-system-body"/>
              </a:rPr>
              <a:t> product data using web scraping.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-apple-system-body"/>
              </a:rPr>
              <a:t>    Cleaned and transformed the dataset. 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-apple-system-body"/>
              </a:rPr>
              <a:t>    Performed Exploratory Data Analysis.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-apple-system-body"/>
              </a:rPr>
              <a:t>    Developed an interactive Power BI dashboard.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-apple-system-body"/>
              </a:rPr>
              <a:t>    Generated meaningful business insights.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726BE-03FE-D295-8BC2-5F59DCA85D7A}"/>
              </a:ext>
            </a:extLst>
          </p:cNvPr>
          <p:cNvSpPr txBox="1"/>
          <p:nvPr/>
        </p:nvSpPr>
        <p:spPr>
          <a:xfrm>
            <a:off x="865414" y="3951871"/>
            <a:ext cx="6213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</a:rPr>
              <a:t>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A28DCF-F9C3-563F-9DEB-671ED44AEA4F}"/>
              </a:ext>
            </a:extLst>
          </p:cNvPr>
          <p:cNvSpPr txBox="1"/>
          <p:nvPr/>
        </p:nvSpPr>
        <p:spPr>
          <a:xfrm>
            <a:off x="1382488" y="4567424"/>
            <a:ext cx="103414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Real-time web scraping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Machine learning for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Sentiment analysis of customer reviews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Multi-platform product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Live Power BI dashboards</a:t>
            </a:r>
          </a:p>
        </p:txBody>
      </p:sp>
    </p:spTree>
    <p:extLst>
      <p:ext uri="{BB962C8B-B14F-4D97-AF65-F5344CB8AC3E}">
        <p14:creationId xmlns:p14="http://schemas.microsoft.com/office/powerpoint/2010/main" val="156676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A3F1-FCA5-EA15-EBA2-5DD072E8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CC7FC-2564-AD29-0A89-B98EBA83521B}"/>
              </a:ext>
            </a:extLst>
          </p:cNvPr>
          <p:cNvSpPr txBox="1"/>
          <p:nvPr/>
        </p:nvSpPr>
        <p:spPr>
          <a:xfrm>
            <a:off x="1611086" y="2188029"/>
            <a:ext cx="75329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  <a:endParaRPr lang="en-IN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16;p5">
            <a:extLst>
              <a:ext uri="{FF2B5EF4-FFF2-40B4-BE49-F238E27FC236}">
                <a16:creationId xmlns:a16="http://schemas.microsoft.com/office/drawing/2014/main" id="{038F816E-9F90-65DF-19BF-7AE594BFB6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1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633</Words>
  <Application>Microsoft Office PowerPoint</Application>
  <PresentationFormat>Widescreen</PresentationFormat>
  <Paragraphs>138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Arial</vt:lpstr>
      <vt:lpstr>Calibri</vt:lpstr>
      <vt:lpstr>Lato Black</vt:lpstr>
      <vt:lpstr>Libre Baskerville</vt:lpstr>
      <vt:lpstr>-apple-system-body</vt:lpstr>
      <vt:lpstr>Office Theme</vt:lpstr>
      <vt:lpstr>PowerPoint Presentation</vt:lpstr>
      <vt:lpstr>PowerPoint Presentation</vt:lpstr>
      <vt:lpstr>Agenda (This should be the PPT flow)  </vt:lpstr>
      <vt:lpstr> Introduction</vt:lpstr>
      <vt:lpstr>Business Understanding </vt:lpstr>
      <vt:lpstr> Objectives</vt:lpstr>
      <vt:lpstr>PowerPoint Presentation</vt:lpstr>
      <vt:lpstr> Methodology</vt:lpstr>
      <vt:lpstr> </vt:lpstr>
      <vt:lpstr> </vt:lpstr>
      <vt:lpstr>Power BI Dashboard 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 LAHARI</cp:lastModifiedBy>
  <cp:revision>5</cp:revision>
  <dcterms:created xsi:type="dcterms:W3CDTF">2021-02-16T05:19:01Z</dcterms:created>
  <dcterms:modified xsi:type="dcterms:W3CDTF">2026-07-09T19:41:37Z</dcterms:modified>
</cp:coreProperties>
</file>